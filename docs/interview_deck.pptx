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데모를 보여주고, 최적화 목적·제약·데이터를 현업 언어로 확정한다. 60~90분.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1~2문장으로 짧게. 오늘 5가지를 확정하는 게 목표라고 프레이밍.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단계를 데모에서 한 페이지씩 보여줄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질문: 실제 병목이 몰드가 맞나? 강종 전환이 실제로 가장 큰 지연 원인인가?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3가지가 오늘의 핵심. 데모 각 페이지에서 자연스럽게 물을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복수 목표는 흔함 — 반드시 우선순위/가중치를 받아둘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제약이 인터뷰의 핵심. 폭 전이(coffin)·턴디시 수명은 반드시 수치로.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start_time·reason_code가 원인 분석 정밀도를 좌우한다고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D2는 인터뷰로 제약이 확정돼야 착수. 데이터는 병행 요청.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E05C1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457200"/>
            <a:ext cx="2194560" cy="2194560"/>
          </a:xfrm>
          <a:prstGeom prst="ellipse">
            <a:avLst/>
          </a:prstGeom>
          <a:solidFill>
            <a:srgbClr val="E05C1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PETRI NET · 연주 부문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연주 슬래브 물류 최적화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 인터뷰 — 목적·제약·데이터 확정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가시화 → 진단 → 개선 → 가이던스로 이어지는 분석을, 현업 규칙으로 교정합니다.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 〔          〕      </a:t>
            </a:r>
            <a:pPr indent="0" marL="0">
              <a:buNone/>
            </a:pPr>
            <a:r>
              <a:rPr lang="en-US" sz="13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참석 〔                    〕      </a:t>
            </a:r>
            <a:pPr indent="0" marL="0">
              <a:buNone/>
            </a:pPr>
            <a:r>
              <a:rPr lang="en-US" sz="13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〔          〕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· 무엇을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배경과 오늘의 목표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슬래브 물류를 데이터로 가시화하고 병목을 진단하는 프로토타입을 만들었다.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기준으로 병목·원인·개선안까지 나왔지만, 값·규칙은 아직 '가정'이다.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조업 규칙으로 교정해야 최적화(자동 시퀀싱·라우팅)로 나아갈 수 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0E172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확정할 것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37960" y="2514600"/>
            <a:ext cx="402336" cy="40233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2487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목적 (무엇을 최소/최대화?)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3227832"/>
            <a:ext cx="402336" cy="40233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변수 (무엇을 정하나?)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3941064"/>
            <a:ext cx="402336" cy="40233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규칙 (지켜야 할 것)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4654296"/>
            <a:ext cx="402336" cy="40233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4626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(어떤 로그가 있나?)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5367528"/>
            <a:ext cx="402336" cy="40233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5340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솔버·검증 지표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만든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파이프라인 (A → E)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1559052" y="1901952"/>
            <a:ext cx="768096" cy="76809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6" name="Text 4"/>
          <p:cNvSpPr/>
          <p:nvPr/>
        </p:nvSpPr>
        <p:spPr>
          <a:xfrm>
            <a:off x="1559052" y="1901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A·B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가시화·병목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로그로 흐름·병목 후보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27832" y="329184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02152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421124" y="1901952"/>
            <a:ext cx="768096" cy="76809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124" y="1901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931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 진단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85032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대기/블로킹·가동률·전환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9904" y="329184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364224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3196" y="1901952"/>
            <a:ext cx="768096" cy="76809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8" name="Text 16"/>
          <p:cNvSpPr/>
          <p:nvPr/>
        </p:nvSpPr>
        <p:spPr>
          <a:xfrm>
            <a:off x="7283196" y="1901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0138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what-if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47104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바꿔 효과 정량화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51976" y="329184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226296" y="22860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45268" y="1901952"/>
            <a:ext cx="768096" cy="76809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5268" y="1901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6345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가이던스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09176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슬래브 이동 추천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물류 시뮬레이션(모델 실험) · 제약·최적화 예시(인터뷰용) 페이지 포함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· 샘플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샘플이 말하는 것 — 맞는지 확인 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928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몰드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96112" y="2532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설비 (가동률 93%)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10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강종 전환 셋업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112" y="39502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지연 원인 (721분)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7274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6112" y="5367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캐스트 시퀀싱 시 리드타임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"원인 분석" 페이지</a:t>
            </a:r>
            <a:endParaRPr lang="en-US" sz="1200" dirty="0"/>
          </a:p>
        </p:txBody>
      </p:sp>
      <p:pic>
        <p:nvPicPr>
          <p:cNvPr id="14" name="Image 0" descr="/home/user/cpn_slab/docs/img/streamlit_cau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234440"/>
            <a:ext cx="37033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확인 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데모에서 꼭 확인받고 싶은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920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진짜 병목은 어디?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샘플은 몰드로 나오지만, 실제 조업의 병목 공정·시간대는?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914400" cy="91440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024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묶을 수 있나?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강종을 묶어 주조할 수 있나? 못 묶게 하는 제약은?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914400" cy="91440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17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20240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판단 기준은?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슬래브의 경로·타이밍을 현업은 무엇을 보고 정하나?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최적화 목적 — 무엇을 최소/최대화?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448056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10058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목표 1~2개는? (아래에서)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지연 최소화   ·   총 소요(makespan) 최소화   ·   처리량(TPH) 최대화</a:t>
            </a:r>
            <a:endParaRPr lang="en-US" sz="17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폭/강종 전이 비용 최소화   ·   재공(WIP)·대기 최소화   ·   설비 가동률 최대화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목표가 여러 개면 우선순위 또는 가중치는?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스케줄은 누가·무엇을 보고 결정하나요?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제약 규칙 — 지켜야 할 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56232"/>
            <a:ext cx="219456" cy="21945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라우팅·설비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강종별 경로 · 설비 동시 처리 대수 · 처리시간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1856232"/>
            <a:ext cx="219456" cy="21945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캐스트 시퀀스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턴디시당 최대 heat · 강종 그룹핑 규칙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302752" y="1856232"/>
            <a:ext cx="219456" cy="21945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폭 전이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슬래브 폭 변화 허용범위(감소만? 증가 상한?)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050792"/>
            <a:ext cx="219456" cy="21945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977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시간·온도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출강 후 주조 허용시간 · 온도 하/상한 · 정비시간대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4340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599432" y="4050792"/>
            <a:ext cx="219456" cy="21945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977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수요·납기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주문/납기 존재? · 긴급·우선 고객 규칙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02752" y="4050792"/>
            <a:ext cx="219456" cy="219456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27" name="Text 25"/>
          <p:cNvSpPr/>
          <p:nvPr/>
        </p:nvSpPr>
        <p:spPr>
          <a:xfrm>
            <a:off x="8641080" y="3977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하드 vs 소프트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104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지킬 것 / 어기면 페널티인 것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— 어떤 로그가 어떤 입도로?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E17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필수 (최소)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번호 (케이스 ID)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강종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공정(stage)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공정 진입·이탈 시각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5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있으면 (분석 깊이 ↑)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시작 시각(start) → 대기/블로킹 분해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사유 코드 → 지연 원인 분석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폭·두께·납기 (heat로 조인 가능?)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호기(equipment)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형식·전달 방법은 DATA_REQUEST.md 참고 — 우선 1개월 표본부터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인터뷰 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931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답변을 OPTIMIZATION_SPEC.md에 기록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02152" y="24688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776472" y="2743200"/>
            <a:ext cx="502920" cy="50292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76472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94760" y="3931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DATA_REQUEST.md로 로그 요청·수령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64224" y="24688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0E17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638544" y="2743200"/>
            <a:ext cx="502920" cy="50292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16" name="Text 14"/>
          <p:cNvSpPr/>
          <p:nvPr/>
        </p:nvSpPr>
        <p:spPr>
          <a:xfrm>
            <a:off x="6638544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최적화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56832" y="3931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OR-Tools CP-SAT로 승급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226296" y="24688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0616" y="2743200"/>
            <a:ext cx="502920" cy="502920"/>
          </a:xfrm>
          <a:prstGeom prst="ellipse">
            <a:avLst/>
          </a:prstGeom>
          <a:solidFill>
            <a:srgbClr val="E05C1A"/>
          </a:solidFill>
          <a:ln/>
        </p:spPr>
      </p:sp>
      <p:sp>
        <p:nvSpPr>
          <p:cNvPr id="21" name="Text 19"/>
          <p:cNvSpPr/>
          <p:nvPr/>
        </p:nvSpPr>
        <p:spPr>
          <a:xfrm>
            <a:off x="950061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0616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518904" y="3931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효과를 KPI로 확인·현업 피드백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840480" cy="3840480"/>
          </a:xfrm>
          <a:prstGeom prst="ellipse">
            <a:avLst/>
          </a:prstGeom>
          <a:solidFill>
            <a:srgbClr val="E05C1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현업의 규칙이 곧 최적화의 품질입니다.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문서   </a:t>
            </a:r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OPTIMIZATION_SPEC.md · DATA_REQUEST.md · INTERVIEW_GUIDE.md · DEV_PLAN.md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 〔                         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2026-07-27T17:38:31Z</dcterms:created>
  <dcterms:modified xsi:type="dcterms:W3CDTF">2026-07-27T17:38:31Z</dcterms:modified>
</cp:coreProperties>
</file>